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8" r:id="rId2"/>
  </p:sldIdLst>
  <p:sldSz cx="21383625" cy="30275213"/>
  <p:notesSz cx="6858000" cy="9144000"/>
  <p:embeddedFontLst>
    <p:embeddedFont>
      <p:font typeface="Arial Black" panose="020B0A04020102020204" pitchFamily="34" charset="0"/>
      <p:bold r:id="rId3"/>
    </p:embeddedFont>
    <p:embeddedFont>
      <p:font typeface="Franklin Gothic Demi" panose="020B0703020102020204" pitchFamily="34" charset="0"/>
      <p:regular r:id="rId4"/>
      <p:italic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51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orient="horz" pos="14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213"/>
    <a:srgbClr val="FFFFFF"/>
    <a:srgbClr val="ED7D31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352" y="-196"/>
      </p:cViewPr>
      <p:guideLst>
        <p:guide orient="horz" pos="8651"/>
        <p:guide pos="6735"/>
        <p:guide orient="horz" pos="145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21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76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3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91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1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11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2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79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04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4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2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8C2B-BE6A-4123-B1EB-3B148078ED94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0" y="0"/>
            <a:ext cx="21364163" cy="6168822"/>
            <a:chOff x="0" y="0"/>
            <a:chExt cx="21364163" cy="6168822"/>
          </a:xfrm>
        </p:grpSpPr>
        <p:sp>
          <p:nvSpPr>
            <p:cNvPr id="68" name="TextBox 133"/>
            <p:cNvSpPr txBox="1"/>
            <p:nvPr/>
          </p:nvSpPr>
          <p:spPr>
            <a:xfrm>
              <a:off x="1029181" y="2101601"/>
              <a:ext cx="192182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200" b="1" dirty="0" err="1">
                  <a:solidFill>
                    <a:schemeClr val="bg1"/>
                  </a:solidFill>
                  <a:latin typeface="+mj-ea"/>
                  <a:ea typeface="+mj-ea"/>
                </a:rPr>
                <a:t>드론</a:t>
              </a:r>
              <a:r>
                <a:rPr lang="ko-KR" altLang="en-US" sz="7200" b="1" dirty="0">
                  <a:solidFill>
                    <a:schemeClr val="bg1"/>
                  </a:solidFill>
                  <a:latin typeface="+mj-ea"/>
                  <a:ea typeface="+mj-ea"/>
                </a:rPr>
                <a:t> 제어를 통한 스마트 </a:t>
              </a:r>
              <a:r>
                <a:rPr lang="ko-KR" altLang="en-US" sz="7200" b="1" dirty="0" err="1">
                  <a:solidFill>
                    <a:schemeClr val="bg1"/>
                  </a:solidFill>
                  <a:latin typeface="+mj-ea"/>
                  <a:ea typeface="+mj-ea"/>
                </a:rPr>
                <a:t>셀피</a:t>
              </a:r>
              <a:r>
                <a:rPr lang="ko-KR" altLang="en-US" sz="7200" b="1" dirty="0">
                  <a:solidFill>
                    <a:schemeClr val="bg1"/>
                  </a:solidFill>
                  <a:latin typeface="+mj-ea"/>
                  <a:ea typeface="+mj-ea"/>
                </a:rPr>
                <a:t> 서비스</a:t>
              </a:r>
              <a:endParaRPr lang="en-US" altLang="ko-KR" sz="7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549768" y="4136539"/>
              <a:ext cx="723275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100" dirty="0" err="1">
                  <a:latin typeface="+mj-ea"/>
                  <a:ea typeface="+mj-ea"/>
                </a:rPr>
                <a:t>팀명</a:t>
              </a:r>
              <a:endParaRPr lang="en-US" altLang="ko-KR" sz="2100" dirty="0">
                <a:latin typeface="+mj-ea"/>
                <a:ea typeface="+mj-ea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0007363" y="4136539"/>
              <a:ext cx="12618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100" dirty="0">
                  <a:latin typeface="+mj-ea"/>
                  <a:ea typeface="+mj-ea"/>
                </a:rPr>
                <a:t>참여학생</a:t>
              </a:r>
              <a:endParaRPr lang="en-US" altLang="ko-KR" sz="2100" dirty="0">
                <a:latin typeface="+mj-ea"/>
                <a:ea typeface="+mj-ea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16783660" y="4136539"/>
              <a:ext cx="12618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100" dirty="0">
                  <a:latin typeface="+mj-ea"/>
                  <a:ea typeface="+mj-ea"/>
                </a:rPr>
                <a:t>지도교수</a:t>
              </a:r>
              <a:endParaRPr lang="en-US" altLang="ko-KR" sz="2100" dirty="0">
                <a:latin typeface="+mj-ea"/>
                <a:ea typeface="+mj-ea"/>
              </a:endParaRPr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717212" y="5079862"/>
              <a:ext cx="19949201" cy="758954"/>
              <a:chOff x="717212" y="5079862"/>
              <a:chExt cx="19949201" cy="758954"/>
            </a:xfrm>
          </p:grpSpPr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7212" y="5079862"/>
                <a:ext cx="19949201" cy="758954"/>
              </a:xfrm>
              <a:prstGeom prst="rect">
                <a:avLst/>
              </a:prstGeom>
              <a:solidFill>
                <a:srgbClr val="FFFFFF"/>
              </a:solidFill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8582437" y="5197729"/>
                <a:ext cx="4218750" cy="584775"/>
              </a:xfrm>
              <a:prstGeom prst="rect">
                <a:avLst/>
              </a:prstGeom>
              <a:solidFill>
                <a:srgbClr val="F08213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b="1" dirty="0">
                    <a:solidFill>
                      <a:schemeClr val="bg1"/>
                    </a:solidFill>
                  </a:rPr>
                  <a:t>제목 </a:t>
                </a:r>
                <a:r>
                  <a:rPr lang="en-US" altLang="ko-KR" sz="3200" b="1" dirty="0">
                    <a:solidFill>
                      <a:schemeClr val="bg1"/>
                    </a:solidFill>
                  </a:rPr>
                  <a:t>1</a:t>
                </a:r>
                <a:endParaRPr lang="ko-KR" altLang="en-US" sz="3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1364163" cy="6168822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7099300" y="4254500"/>
              <a:ext cx="11336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spc="-150" dirty="0" err="1"/>
                <a:t>선넘지마</a:t>
              </a:r>
              <a:endParaRPr lang="ko-KR" altLang="en-US" sz="2000" b="1" spc="-15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275300" y="4254500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err="1"/>
                <a:t>백윤주</a:t>
              </a:r>
              <a:endParaRPr lang="ko-KR" altLang="en-US" sz="2000" b="1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909300" y="4254500"/>
              <a:ext cx="27398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/>
                <a:t>천성민</a:t>
              </a:r>
              <a:r>
                <a:rPr lang="en-US" altLang="ko-KR" sz="2000" b="1" dirty="0"/>
                <a:t>, </a:t>
              </a:r>
              <a:r>
                <a:rPr lang="ko-KR" altLang="en-US" sz="2000" b="1" dirty="0" err="1"/>
                <a:t>김도환</a:t>
              </a:r>
              <a:r>
                <a:rPr lang="en-US" altLang="ko-KR" sz="2000" b="1" dirty="0"/>
                <a:t>,</a:t>
              </a:r>
              <a:r>
                <a:rPr lang="ko-KR" altLang="en-US" sz="2000" b="1" dirty="0"/>
                <a:t> 김혜은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59351" y="1471570"/>
              <a:ext cx="144526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b="1" spc="-15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LeRobot</a:t>
              </a:r>
              <a:r>
                <a:rPr lang="en-US" altLang="ko-KR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 So-101</a:t>
              </a:r>
              <a:r>
                <a:rPr lang="ko-KR" altLang="en-US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을 활용한 </a:t>
              </a:r>
              <a:endParaRPr lang="en-US" altLang="ko-KR" sz="60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r>
                <a:rPr lang="ko-KR" altLang="en-US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지능형 로봇 팔 제어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86715" y="1022377"/>
              <a:ext cx="2622898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ranklin Gothic Demi" panose="020B0703020102020204" pitchFamily="34" charset="0"/>
                  <a:ea typeface="+mj-ea"/>
                </a:rPr>
                <a:t>37</a:t>
              </a:r>
              <a:endParaRPr lang="ko-KR" altLang="en-US" sz="1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anose="020B0703020102020204" pitchFamily="34" charset="0"/>
                <a:ea typeface="+mj-ea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17186" y="5400606"/>
              <a:ext cx="19191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과제 개요</a:t>
              </a: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0" y="9486766"/>
            <a:ext cx="21383625" cy="902160"/>
            <a:chOff x="0" y="13314926"/>
            <a:chExt cx="21383625" cy="902160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314926"/>
              <a:ext cx="21383625" cy="90216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9823834" y="13454470"/>
              <a:ext cx="19191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기술 설명</a:t>
              </a: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0" y="28367267"/>
            <a:ext cx="21383625" cy="1907946"/>
            <a:chOff x="0" y="28367267"/>
            <a:chExt cx="21383625" cy="1907946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367267"/>
              <a:ext cx="21383625" cy="190794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618674" y="28767317"/>
              <a:ext cx="1140056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>
                      <a:lumMod val="50000"/>
                    </a:schemeClr>
                  </a:solidFill>
                  <a:latin typeface="Arial Black" panose="020B0A04020102020204" pitchFamily="34" charset="0"/>
                </a:rPr>
                <a:t>2026</a:t>
              </a:r>
              <a:endParaRPr lang="ko-KR" altLang="en-US" sz="28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14077950" y="28536900"/>
            <a:ext cx="3105150" cy="118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BA74DE-682B-84E1-6722-323F4B052DBF}"/>
              </a:ext>
            </a:extLst>
          </p:cNvPr>
          <p:cNvGrpSpPr/>
          <p:nvPr/>
        </p:nvGrpSpPr>
        <p:grpSpPr>
          <a:xfrm>
            <a:off x="0" y="23515446"/>
            <a:ext cx="21383625" cy="902160"/>
            <a:chOff x="0" y="22649426"/>
            <a:chExt cx="21383625" cy="90216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AAFD7A9-6845-56A8-648D-9007C615D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649426"/>
              <a:ext cx="21383625" cy="90216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B0B8D11-CCEB-816F-1FDB-37B7188B036D}"/>
                </a:ext>
              </a:extLst>
            </p:cNvPr>
            <p:cNvSpPr txBox="1"/>
            <p:nvPr/>
          </p:nvSpPr>
          <p:spPr>
            <a:xfrm>
              <a:off x="9855286" y="22774206"/>
              <a:ext cx="19191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실험 결과</a:t>
              </a: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9D33586A-C0C0-6C2E-CD6B-F6C7C992C5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12" y="6130171"/>
            <a:ext cx="19949201" cy="321182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83D70F1F-B322-5841-1174-9466E1C7AC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12" y="24324623"/>
            <a:ext cx="19949201" cy="4036388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E0CB5CD-41EA-07A6-AAA8-DDA88E8C92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12" y="10350629"/>
            <a:ext cx="19949201" cy="1317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4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854</TotalTime>
  <Words>34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Arial</vt:lpstr>
      <vt:lpstr>Arial Black</vt:lpstr>
      <vt:lpstr>Calibri</vt:lpstr>
      <vt:lpstr>Calibri Light</vt:lpstr>
      <vt:lpstr>Franklin Gothic Demi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혜은 김</cp:lastModifiedBy>
  <cp:revision>62</cp:revision>
  <dcterms:created xsi:type="dcterms:W3CDTF">2019-07-31T07:36:11Z</dcterms:created>
  <dcterms:modified xsi:type="dcterms:W3CDTF">2026-09-10T10:22:17Z</dcterms:modified>
</cp:coreProperties>
</file>